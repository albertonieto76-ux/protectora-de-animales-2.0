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731520"/>
            <a:ext cx="5394960" cy="24688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Protectora Web 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Plataforma digital para la gestión integral de una protectora de animales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E3F8"/>
                </a:solidFill>
              </a:rPr>
              <a:t>Proyecto de fin de máster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React • Node.js • Prisma • PostgreSQL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554480"/>
            <a:ext cx="4297680" cy="13716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Adopciones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0" y="3291840"/>
            <a:ext cx="4297680" cy="13716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Voluntariado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0" y="5029200"/>
            <a:ext cx="4297680" cy="13716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Eventos y donaciones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1. Resumen ejecutivo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Solución digital para operar con mayor eficiencia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Una plataforma full-stack que centraliza la gestión de la protectora y mejora la experiencia de usuarios, voluntarios y administradores.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6858000" cy="5943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Centraliza adopciones, voluntariado y eventos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6858000" cy="594360"/>
          </a:xfrm>
          <a:prstGeom prst="roundRect">
            <a:avLst/>
          </a:prstGeom>
          <a:solidFill>
            <a:srgbClr val="EAFBF3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520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Automatiza procesos administrativos y registros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6858000" cy="5943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805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Mejora la visibilidad y confianza de la entidad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5257800"/>
            <a:ext cx="6858000" cy="594360"/>
          </a:xfrm>
          <a:prstGeom prst="roundRect">
            <a:avLst/>
          </a:prstGeom>
          <a:solidFill>
            <a:srgbClr val="EAFBF3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4406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Aumenta la captación de donaciones y participación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412480" y="1645920"/>
            <a:ext cx="3017520" cy="2468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Valor de negocio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25603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Más eficiencia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Más traza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Más participación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2. Problema y oportunidad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El reto de digitalizar la gestión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3474720"/>
          </a:xfrm>
          <a:prstGeom prst="rect">
            <a:avLst/>
          </a:prstGeom>
          <a:solidFill>
            <a:srgbClr val="FDE7E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</a:rPr>
              <a:t>Problema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Gestión dispersa de adopciones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Procesos manuales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Falta de trazabilidad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Baja visibilidad para la comunidad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Seguridad y auditoría insuficiente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120640" cy="3474720"/>
          </a:xfrm>
          <a:prstGeom prst="rect">
            <a:avLst/>
          </a:prstGeom>
          <a:solidFill>
            <a:srgbClr val="EAFBF3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Oportunidad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20116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Digitalizar procesos internos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Mejorar la experiencia del usuario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Aumentar adopciones y donaciones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Impulsar comunidad y voluntariado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• Crear una marca digital profesional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3. Objetivos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Qué buscamos construir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754880" cy="14630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Simplificar adopciones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Facilitar la gestión de animales y solicitudes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4754880" cy="1463040"/>
          </a:xfrm>
          <a:prstGeom prst="roundRect">
            <a:avLst/>
          </a:prstGeom>
          <a:solidFill>
            <a:srgbClr val="EAFBF3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</a:rPr>
              <a:t>Impulsar voluntariado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2103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Organizar disponibilidad y citas de forma clara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4754880" cy="14630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Potenciar eventos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39319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Difundir actividades con información centralizada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200400"/>
            <a:ext cx="4754880" cy="1463040"/>
          </a:xfrm>
          <a:prstGeom prst="roundRect">
            <a:avLst/>
          </a:prstGeom>
          <a:solidFill>
            <a:srgbClr val="EAFBF3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</a:rPr>
              <a:t>Aumentar donaciones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39319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Recoger aportaciones de forma segura y ordenada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029200"/>
            <a:ext cx="4754880" cy="14630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303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Control administrativo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5760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Gestionar contenido y usuarios con seguridad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4. Solución propuesta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Arquitectura moderna y escalable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React + Vite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Interfaz pública y administrativa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904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Node.js + Express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API REST segura y modular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Datos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Prisma 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Seguridad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7552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Autenticación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Auditoría y control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9326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Flujo principal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Usuario / Administrador → Frontend → Backend → Prisma → PostgreSQL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663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</a:rPr>
              <a:t>Resultado: información centralizada, segura y actualizada en tiempo real.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5. Modelo de datos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Relaciones para una gestión sólida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Animal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animales disponibles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solicitudes de adopción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Voluntario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contacto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disponibilidad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citas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Evento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título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fecha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asistentes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Donación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importe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método de pago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usuario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3544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Usuario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acceso 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auditoría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seguridad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9326880" cy="1920240"/>
          </a:xfrm>
          <a:prstGeom prst="rect">
            <a:avLst/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Relaciones clave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114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Animal 1:N SolicitudAdopcion   •   Voluntario 1:N CitaVoluntariado   •   Evento 1:N AsistenteEvento   •   TipoPago 1:N Donacion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6. Stack tecnológico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Tecnologías modernas y competitivas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291840" cy="1920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React + Vite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291840" cy="1920240"/>
          </a:xfrm>
          <a:prstGeom prst="roundRect">
            <a:avLst/>
          </a:prstGeom>
          <a:solidFill>
            <a:srgbClr val="EAFBF3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Node.js + Express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291840" cy="1920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Datos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Prisma + PostgreSQL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11680" y="4023360"/>
            <a:ext cx="8046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Ventaja competitiva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43891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Arquitectura moderna, mantenible y escalable con una base sólida para crecimiento futuro.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7. Impacto de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Solución útil para la comunidad y la organización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Más adopciones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Mejor visibilidad de animales y procesos para usuarios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Más voluntariado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920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Organización clara de formaciones y turnos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Más eventos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Difusión más profesional y centralizada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Más apoyo económico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Gestión más sencilla y segura de donaciones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Mejor gestión interna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Control de contenido, usuarios y auditoría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3383280"/>
            <a:ext cx="3200400" cy="1645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Conclusión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4297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Tecnología que conecta a la protectora con su comunidad.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Cierre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Protectora Web 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Tecnología que transforma la protectora en una organización más eficiente, visible y sostenible.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Más adopciones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Más voluntariado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Más eventos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Más apoyo económico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Mejor gestión interna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0" y="2194560"/>
            <a:ext cx="3108960" cy="22860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Impacto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2104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Comunidad activa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Master Programación con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Protectora Web 2</dc:title>
  <dc:subject>Presentación del proyecto</dc:subject>
  <dc:creator>Proyecto Protectora</dc:creator>
  <cp:lastModifiedBy>Proyecto Protectora</cp:lastModifiedBy>
  <cp:revision>1</cp:revision>
  <dcterms:created xsi:type="dcterms:W3CDTF">2026-08-12T16:15:44Z</dcterms:created>
  <dcterms:modified xsi:type="dcterms:W3CDTF">2026-08-12T16:15:44Z</dcterms:modified>
</cp:coreProperties>
</file>