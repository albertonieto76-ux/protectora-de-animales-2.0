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Protectora de Animales 2.0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Proyecto de fin de máster: desarrollo web, gestión y administración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1430000" cy="1645920"/>
          </a:xfrm>
          <a:prstGeom prst="rect">
            <a:avLst/>
          </a:prstGeom>
          <a:solidFill>
            <a:srgbClr val="DC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Aplicación web full-stack para gestionar una protectora de animales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1. ¿Qué ofrece la web?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</a:rPr>
              <a:t>• Página pública para mostrar animales disponibles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</a:rPr>
              <a:t>• Formularios de adopción para usuarios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</a:rPr>
              <a:t>• Registro de voluntarios y disponibilidad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</a:rPr>
              <a:t>• Gestión de eventos y donaciones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</a:rPr>
              <a:t>• Panel administrativo para gestionar el negocio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822960"/>
            <a:ext cx="2926080" cy="2560320"/>
          </a:xfrm>
          <a:prstGeom prst="rect">
            <a:avLst/>
          </a:prstGeom>
          <a:solidFill>
            <a:srgbClr val="E6F3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Objetivo principal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Facilitar la gestión de una protectora y mejorar la experiencia de los usuarios.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2. Funcionalidades públicas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8686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Adopciones: selección de animal y solicitud de adopción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Voluntariado: registro de disponibilidad y datos de contacto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Donaciones: elección de tipo de aporte y importe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Eventos: visualización de actividades y acceso a información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Inicio: presentación del proyecto y navegación principal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3. Panel de administración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326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Dashboard con métricas clave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Gestión de animales: alta, baja y modificación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Gestión de eventos con imágenes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Gestión de adopciones y solicitudes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Gestión de voluntarios y donaciones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• Acceso seguro con autenticación administrativa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4. Tecnologías y arquitectura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Frontend: React + Vite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Backend: Node.js + Express + TypeScript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Base de datos: Prisma + PostgreSQL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Seguridad: middleware, rate limiting y auditoría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Despliegue: scripts de instalación y ejecución local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144000" y="1005840"/>
            <a:ext cx="2377440" cy="2011680"/>
          </a:xfrm>
          <a:prstGeom prst="rect">
            <a:avLst/>
          </a:prstGeom>
          <a:solidFill>
            <a:srgbClr val="F7E7D0"/>
          </a:solidFill>
          <a:ln w="12700">
            <a:solidFill>
              <a:srgbClr val="C9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A00"/>
                </a:solidFill>
              </a:rPr>
              <a:t>Full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Aplicación completa de extremo a extremo.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5. Conclusión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D3748"/>
                </a:solidFill>
              </a:rPr>
              <a:t>Se ha desarrollado una plataforma funcional para gestionar una protectora de animales.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D3748"/>
                </a:solidFill>
              </a:rPr>
              <a:t>Combina experiencia de usuario, administración, seguridad y bases de datos.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D3748"/>
                </a:solidFill>
              </a:rPr>
              <a:t>Es una solución sólida para demostrar habilidades full-stack y proyecto realista.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Master Programación con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Protectora de Animales 2.0</dc:title>
  <dc:subject>Presentación del proyecto</dc:subject>
  <dc:creator>Proyecto Protectora</dc:creator>
  <cp:lastModifiedBy>Proyecto Protectora</cp:lastModifiedBy>
  <cp:revision>1</cp:revision>
  <dcterms:created xsi:type="dcterms:W3CDTF">2026-08-12T16:14:28Z</dcterms:created>
  <dcterms:modified xsi:type="dcterms:W3CDTF">2026-08-12T16:14:28Z</dcterms:modified>
</cp:coreProperties>
</file>